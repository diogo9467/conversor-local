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163D61"/>
                </a:solidFill>
              </a:defRPr>
            </a:pPr>
            <a:r>
              <a:t>Seminário -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MARCADOR_PPTX_1</a:t>
            </a:r>
          </a:p>
          <a:p>
            <a:r>
              <a:t>Texto com ação e coração</a:t>
            </a:r>
          </a:p>
          <a:p>
            <a:r>
              <a:t>Layout 1: texto e imagem</a:t>
            </a:r>
          </a:p>
        </p:txBody>
      </p:sp>
      <p:pic>
        <p:nvPicPr>
          <p:cNvPr id="4" name="Picture 3" descr="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58521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163D61"/>
                </a:solidFill>
              </a:defRPr>
            </a:pPr>
            <a:r>
              <a:t>Seminário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MARCADOR_PPTX_2</a:t>
            </a:r>
          </a:p>
          <a:p>
            <a:r>
              <a:t>Texto com ação e coração</a:t>
            </a:r>
          </a:p>
          <a:p>
            <a:r>
              <a:t>Layout 2: texto e imagem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77840" y="182880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609600">
                <a:tc>
                  <a:txBody>
                    <a:bodyPr/>
                    <a:lstStyle/>
                    <a:p>
                      <a:r>
                        <a:t>Dado 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1/3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Dado 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2/2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2/3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Dado 3/1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3/2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Dado 3/3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163D61"/>
                </a:solidFill>
              </a:defRPr>
            </a:pPr>
            <a:r>
              <a:t>Seminário -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MARCADOR_PPTX_3</a:t>
            </a:r>
          </a:p>
          <a:p>
            <a:r>
              <a:t>Texto com ação e coração</a:t>
            </a:r>
          </a:p>
          <a:p>
            <a:r>
              <a:t>Layout 3: texto e imagem</a:t>
            </a:r>
          </a:p>
        </p:txBody>
      </p:sp>
      <p:pic>
        <p:nvPicPr>
          <p:cNvPr id="4" name="Picture 3" descr="fig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0"/>
            <a:ext cx="5852160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